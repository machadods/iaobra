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D6477-9941-335D-F280-DD5D8AB30088}" v="12" dt="2026-07-06T05:17:06.4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CCA71-9233-48CF-851D-C69FD159EF52}" type="datetimeFigureOut">
              <a:t>06/07/2026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ACE25-F8C1-4E9F-9F01-C5FCE67C44E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875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15 segundos. Cumprimentar a banca/turma, dizer o nome do projeto (IAOBRA) e o nome do apresentador. Ser direto, sem se alongar.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30 segundos. Retomar rapidamente o problema já apresentado nas Práticas 1 e 2: gestão de obras feita de forma manual e informal, dificultando o acompanhamento pelo cliente e o controle de custos/material.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30 segundos. Apresentar a proposta computacional definida nas Práticas 1 e 2: uma plataforma web que digitaliza o diário de obra e usa IA para gerar cronograma, analisar progresso e orçar materiais.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 Mostrar o DER atualizado após a Entrega 1: entidades USUARIO, OBRA, REGISTRO (diário), ORCAMENTO, CRONOGRAMA e SOBRAS, destacando o relacionamento entre mestre de obras, cliente e obra.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minuto. Explicar os três atores — Mestre de Obras, Cliente/Proprietário e Comprador de sobras — e os principais casos de uso: cadastrar obra, registrar progresso, anexar fotos/vídeos, consultar preços, publicar e buscar sobras, estudar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5 minutos (fora dos slides). Sair da apresentação e abrir a aplicação rodando. Mostrar, nesta ordem: (1) interface principal/dashboard; (2) uma tela de CRUD (ex.: cadastro de obras); (3) uma tela de consulta/pesquisa/relatório (ex.: análise de dados); (4) o formulário de contato com os desenvolvedores. Voltar aos slides para o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1 da demonstração: interface principal (dashboard). Mostrar as métricas de obras e o menu lateral com todos 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2 da demonstração: interface de CRUD. Formulário de cadastro de obra; a aba 'Lista de Obras' mostra os registros já criados.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3 da demonstração: interface de consulta/pesquisa/relatório. Relatório de orçamento com total e itens; o Mercado de Sobras também oferece pesquisa de materiais.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4 da demonstração: formulário de contato com os desenvolvedores. Nome, email, assunto e mensagem; o admin visualiza as mensagens recebidas.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agradecer a atenção da turma/banca, reforçar o nome do projeto e disponibilizar contato para dúvidas. Abrir espaço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E8590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EXTENSIONISTAS III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IAOBRA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Gestão de Obras com Inteligência Artificial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212080"/>
            <a:ext cx="7680960" cy="1097280"/>
          </a:xfrm>
          <a:prstGeom prst="roundRect">
            <a:avLst>
              <a:gd name="adj" fmla="val 6667"/>
            </a:avLst>
          </a:prstGeom>
          <a:solidFill>
            <a:srgbClr val="262B3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21208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Wagner Machado dos Santos</a:t>
            </a:r>
            <a:endParaRPr lang="en-US" sz="16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Acadêmico de Ciência de Dados e Inteligência Artificial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Retomando o cenário identificado nas Práticas 1 e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80660" cy="2011680"/>
          </a:xfrm>
          <a:prstGeom prst="roundRect">
            <a:avLst>
              <a:gd name="adj" fmla="val 3636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manual e disperso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da obra registrado em papel, planilhas soltas e conversas de WhatsApp, sem histórico confiável.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554480"/>
            <a:ext cx="5280660" cy="2011680"/>
          </a:xfrm>
          <a:prstGeom prst="roundRect">
            <a:avLst>
              <a:gd name="adj" fmla="val 3636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9380" y="17830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5100" y="233172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sem visibilidade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5100" y="2724912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proprietário não acompanha o andamento real da obra e depende de repasses informais do mestre de obras.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280660" cy="2011680"/>
          </a:xfrm>
          <a:prstGeom prst="roundRect">
            <a:avLst>
              <a:gd name="adj" fmla="val 3636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detectados tarde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65192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estruturados, atrasos e falhas de execução só aparecem quando já geraram retrabalho.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0780" y="3794760"/>
            <a:ext cx="5280660" cy="2011680"/>
          </a:xfrm>
          <a:prstGeom prst="roundRect">
            <a:avLst>
              <a:gd name="adj" fmla="val 3636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9380" y="402336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64693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15100" y="457200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Desperdício e orçamento impreciso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5100" y="4965192"/>
            <a:ext cx="4732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Sobras de material mal aproveitadas e preços desatualizados encarecem e atrasam a obra.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Proposta de Solução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IAOBRA: plataforma web com IA integrada para digitalizar o dia a dia da obra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digital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862072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Mestre de obras registra o progresso diário com texto, fotos, vídeos e áudio.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92024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analisa e planeja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862072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os registros, gera cronograma automático e aponta possíveis problemas.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inteligente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862072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preços de materiais por IA e controle de orçamento da obra.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06840" y="169164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192024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cliente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1160" y="2862072"/>
            <a:ext cx="1965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acompanha tudo em tempo real; mercado de sobras dá destino ao material excedente.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+ Streamlit  ·  PostgreSQL  ·  IA (Gemini via OpenRouter)  ·  Docker + Nginx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Modelo Entidade-Relacionamento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atualizado após a Entrega 1 — usuários, obras, diário, orçamento, cronograma e sobras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47239" y="1554480"/>
            <a:ext cx="9497217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C:/Users/wagner/Desktop/CIENCIA DE DADOS/IAOBRAS/Diagramas/Diagrama Entidade-Relacionamento (DER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84399" y="1691640"/>
            <a:ext cx="9222897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4528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16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Diagrama de Caso de Uso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75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do sistema e principais funcionalidades disponíveis para cada perfil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79680" y="1122536"/>
            <a:ext cx="9633194" cy="5675374"/>
          </a:xfrm>
          <a:prstGeom prst="roundRect">
            <a:avLst>
              <a:gd name="adj" fmla="val 108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C:/Users/wagner/Desktop/CIENCIA DE DADOS/IAOBRAS/Diagramas/Diagrama de Caso de Us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2951" y="1130663"/>
            <a:ext cx="9384709" cy="56736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Vamos ao Protótipo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da aplicação (Streamlit) — pontos a mostrar: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745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principal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4732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inicial com status das obras e navegação da plataforma.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0780" y="164592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9380" y="18745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693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5100" y="242316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 solução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5100" y="2816352"/>
            <a:ext cx="4732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edição e exclusão de Obras pelo Mestre de Obras.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0690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/ Relatório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10912"/>
            <a:ext cx="4732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Análise de Dados com gráficos e indicadores de progresso.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0780" y="3840480"/>
            <a:ext cx="5280660" cy="1965960"/>
          </a:xfrm>
          <a:prstGeom prst="roundRect">
            <a:avLst>
              <a:gd name="adj" fmla="val 3721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9380" y="40690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64693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15100" y="4617720"/>
            <a:ext cx="4732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com os desenvolvedores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5100" y="5010912"/>
            <a:ext cx="4732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fale conosco / suporte da plataforma.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Protótipo — Interface Principal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8961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inicial: status das obras, métricas e menu de navegação da plataforma.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89720" y="45720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FBE7D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457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Interface principal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1157" y="1399032"/>
            <a:ext cx="9669380" cy="5111496"/>
          </a:xfrm>
          <a:prstGeom prst="roundRect">
            <a:avLst>
              <a:gd name="adj" fmla="val 894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C:/Users/wagner/Desktop/CIENCIA DE DADOS/IAOBRAS/doc/prints/01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0885" y="1508760"/>
            <a:ext cx="944992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Protótipo — CRUD de Obras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8961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obras pelo Mestre de Obras (criar, editar e listar registros).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89720" y="45720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FBE7D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457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CRUD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1157" y="1399032"/>
            <a:ext cx="9669380" cy="5111496"/>
          </a:xfrm>
          <a:prstGeom prst="roundRect">
            <a:avLst>
              <a:gd name="adj" fmla="val 894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C:/Users/wagner/Desktop/CIENCIA DE DADOS/IAOBRAS/doc/prints/02_obras_cadast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0885" y="1508760"/>
            <a:ext cx="944992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Protótipo — Consulta e Relatório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8961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da obra: total consolidado e itens de material com preços.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89720" y="45720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FBE7D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457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Consulta / Relatório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1157" y="1399032"/>
            <a:ext cx="9669380" cy="5111496"/>
          </a:xfrm>
          <a:prstGeom prst="roundRect">
            <a:avLst>
              <a:gd name="adj" fmla="val 894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C:/Users/wagner/Desktop/CIENCIA DE DADOS/IAOBRAS/doc/prints/04_orcamento_relator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0885" y="1508760"/>
            <a:ext cx="944992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92608" cy="29260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Protótipo — Fale Conosco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7280" y="8961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contato com os desenvolvedores da solução.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89720" y="457200"/>
            <a:ext cx="2331720" cy="502920"/>
          </a:xfrm>
          <a:prstGeom prst="roundRect">
            <a:avLst>
              <a:gd name="adj" fmla="val 49091"/>
            </a:avLst>
          </a:prstGeom>
          <a:solidFill>
            <a:srgbClr val="FBE7D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457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Contato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1157" y="1399032"/>
            <a:ext cx="9669380" cy="5111496"/>
          </a:xfrm>
          <a:prstGeom prst="roundRect">
            <a:avLst>
              <a:gd name="adj" fmla="val 894"/>
            </a:avLst>
          </a:prstGeom>
          <a:solidFill>
            <a:srgbClr val="262B3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8" name="Image 0" descr="C:/Users/wagner/Desktop/CIENCIA DE DADOS/IAOBRAS/doc/prints/06_contat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0885" y="1508760"/>
            <a:ext cx="944992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E8590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9A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são bem-vindas.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6583680" cy="1234440"/>
          </a:xfrm>
          <a:prstGeom prst="roundRect">
            <a:avLst>
              <a:gd name="adj" fmla="val 5926"/>
            </a:avLst>
          </a:prstGeom>
          <a:solidFill>
            <a:srgbClr val="262B3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45262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45262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Wagner Machado dos Santos</a:t>
            </a:r>
            <a:endParaRPr lang="en-US" sz="15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machadinho94@hotmail.com</a:t>
            </a:r>
            <a:endParaRPr lang="en-US" sz="15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IAOBRA — Práticas Extensionistas III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IAOBRA — Apresentação do Projeto</dc:title>
  <dc:subject>PptxGenJS Presentation</dc:subject>
  <dc:creator>Wagner Machado dos Santos</dc:creator>
  <cp:lastModifiedBy>Wagner Machado dos Santos</cp:lastModifiedBy>
  <cp:revision>7</cp:revision>
  <dcterms:created xsi:type="dcterms:W3CDTF">2026-07-06T05:10:44Z</dcterms:created>
  <dcterms:modified xsi:type="dcterms:W3CDTF">2026-07-06T15:44:34Z</dcterms:modified>
</cp:coreProperties>
</file>